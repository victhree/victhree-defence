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mol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3000"/>
            <a:ext cx="10287000" cy="93916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953000"/>
            <a:ext cx="10287000" cy="1619250"/>
          </a:xfrm>
          <a:prstGeom prst="rect">
            <a:avLst/>
          </a:prstGeom>
          <a:gradFill>
            <a:gsLst>
              <a:gs pos="0">
                <a:srgbClr val="0F2340">
                  <a:alpha val="100000"/>
                </a:srgbClr>
              </a:gs>
              <a:gs pos="100000">
                <a:srgbClr val="0F2340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668250"/>
            <a:ext cx="10287000" cy="3048000"/>
          </a:xfrm>
          <a:prstGeom prst="rect">
            <a:avLst/>
          </a:prstGeom>
          <a:gradFill>
            <a:gsLst>
              <a:gs pos="0">
                <a:srgbClr val="0F2340">
                  <a:alpha val="0"/>
                </a:srgbClr>
              </a:gs>
              <a:gs pos="45000">
                <a:srgbClr val="0F2340">
                  <a:alpha val="55000"/>
                </a:srgbClr>
              </a:gs>
              <a:gs pos="100000">
                <a:srgbClr val="0F2340">
                  <a:alpha val="97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nner-wordmark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209800"/>
            <a:ext cx="4191000" cy="1072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429000"/>
            <a:ext cx="8667750" cy="1428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>
                <a:solidFill>
                  <a:srgbClr val="FBF9F4"/>
                </a:solidFill>
                <a:latin typeface="Georgia"/>
              </a:rPr>
              <a:t>CDS Result out. If </a:t>
            </a:r>
            <a:r>
              <a:rPr sz="2900" b="1">
                <a:solidFill>
                  <a:srgbClr val="D9B24E"/>
                </a:solidFill>
                <a:latin typeface="Georgia"/>
              </a:rPr>
              <a:t>GK</a:t>
            </a:r>
            <a:r>
              <a:rPr sz="2900" b="1">
                <a:solidFill>
                  <a:srgbClr val="FBF9F4"/>
                </a:solidFill>
                <a:latin typeface="Georgia"/>
              </a:rPr>
              <a:t> pulled your score down, your next attempt can be different.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3335000"/>
            <a:ext cx="866775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D9B24E"/>
                </a:solidFill>
                <a:latin typeface="Georgia"/>
              </a:rPr>
              <a:t>90 Days is all it takes.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4211300"/>
            <a:ext cx="10287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300" b="1">
                <a:solidFill>
                  <a:srgbClr val="FFFFFF"/>
                </a:solidFill>
                <a:latin typeface="Georgia"/>
              </a:rPr>
              <a:t>Anmol Sharma</a:t>
            </a:r>
          </a:p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9DCB8"/>
                </a:solidFill>
                <a:latin typeface="Arial"/>
              </a:rPr>
              <a:t>AIR 32  ·  UPSC CDS 2018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