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Picture 2" descr="banner-wordmark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381250"/>
            <a:ext cx="3733800" cy="9558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3619500"/>
            <a:ext cx="5219700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800" b="1">
                <a:solidFill>
                  <a:srgbClr val="FBF9F4"/>
                </a:solidFill>
                <a:latin typeface="Georgia"/>
              </a:rPr>
              <a:t>CDS Result out. If </a:t>
            </a:r>
            <a:r>
              <a:rPr sz="2800" b="1">
                <a:solidFill>
                  <a:srgbClr val="D9B24E"/>
                </a:solidFill>
                <a:latin typeface="Georgia"/>
              </a:rPr>
              <a:t>GK</a:t>
            </a:r>
            <a:r>
              <a:rPr sz="2800" b="1">
                <a:solidFill>
                  <a:srgbClr val="FBF9F4"/>
                </a:solidFill>
                <a:latin typeface="Georgia"/>
              </a:rPr>
              <a:t> pulled your score down, your next attempt can be different.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6000750"/>
            <a:ext cx="52197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700" b="1">
                <a:solidFill>
                  <a:srgbClr val="D9B24E"/>
                </a:solidFill>
                <a:latin typeface="Georgia"/>
              </a:rPr>
              <a:t>90 Days is all it takes.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7850" y="9144000"/>
            <a:ext cx="46291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Georgia"/>
              </a:rPr>
              <a:t>Anmol Sharma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9DCB8"/>
                </a:solidFill>
                <a:latin typeface="Arial"/>
              </a:rPr>
              <a:t>AIR 32  ·  UPSC CDS 2018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