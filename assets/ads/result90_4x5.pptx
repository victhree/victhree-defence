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banner-wordmark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857500"/>
            <a:ext cx="4191000" cy="1072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850" y="4476750"/>
            <a:ext cx="53340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300" b="1">
                <a:solidFill>
                  <a:srgbClr val="FBF9F4"/>
                </a:solidFill>
                <a:latin typeface="Georgia"/>
              </a:rPr>
              <a:t>CDS Result out. If </a:t>
            </a:r>
            <a:r>
              <a:rPr sz="3300" b="1">
                <a:solidFill>
                  <a:srgbClr val="D9B24E"/>
                </a:solidFill>
                <a:latin typeface="Georgia"/>
              </a:rPr>
              <a:t>GK</a:t>
            </a:r>
            <a:r>
              <a:rPr sz="3300" b="1">
                <a:solidFill>
                  <a:srgbClr val="FBF9F4"/>
                </a:solidFill>
                <a:latin typeface="Georgia"/>
              </a:rPr>
              <a:t> pulled your score down, your next attempt can be different.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7334250"/>
            <a:ext cx="5334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500" b="1">
                <a:solidFill>
                  <a:srgbClr val="D9B24E"/>
                </a:solidFill>
                <a:latin typeface="Georgia"/>
              </a:rPr>
              <a:t>90 Days is all it takes.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53050" y="11572875"/>
            <a:ext cx="493395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Georgia"/>
              </a:rPr>
              <a:t>Anmol Sharma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9DCB8"/>
                </a:solidFill>
                <a:latin typeface="Arial"/>
              </a:rPr>
              <a:t>AIR 32  ·  UPSC CDS 2018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